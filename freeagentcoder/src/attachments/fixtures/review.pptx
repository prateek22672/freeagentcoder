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 (PPT-CHART-FACT)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140</c:v>
                </c:pt>
                <c:pt idx="2">
                  <c:v>175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Berlin office opening (PPT-NOTES-FACT)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Q3 2026 (PPT-TITLE-FACT)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18% (PPT-BULLET-FACT)</a:t>
            </a:r>
          </a:p>
          <a:p>
            <a:r>
              <a:t>Churn down to 2.1%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4.2M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APAC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3.1M (PPT-TABLE-FACT)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