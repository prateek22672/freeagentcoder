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This is a very long paragraph that keeps going and going This is a very long paragraph that keeps going and going This is a very long paragraph that keeps going and going This is a very long paragraph that keeps going and going This is a very long paragraph that keeps going and going This is a very long paragraph that keeps going and going This is a very long paragraph that keeps going and going This is a very long paragraph that keeps going and going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